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651FF-4744-4DD7-B796-B6654E2FB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D3E47F-607D-402A-876D-09F14157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94CEB7-4A73-483A-9CB3-9BED2575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DDE95-3D83-46C2-8083-DC500A7F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AEA2B-5199-4889-8DD0-2B9A3674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06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48712-FE61-468B-B1F4-EB2934E0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522613-2A5C-49CC-B3E1-156452A1D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C3486E-D5A8-4374-B727-DD4B17CE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9E9427-0389-4811-81AF-B98F9FC0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FEABA5-E5B1-42EF-8EA8-373393EF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9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4AF60-2223-49DA-8497-8AADEE4D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417CF0-975B-4764-A51C-7502B7DC0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83C7CC-BAE8-4B47-8BA5-421269CD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1F1BB9-55DE-4605-9942-434A9DCC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AD7A7D-5FE0-492F-BD9A-34417A43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00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2BD56-9C07-4552-8799-64B756DB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052487-EC43-4666-B155-8445C2FF6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1E3FAD-E9C9-42B1-AF6A-3088DE425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C887AE-8B82-4E14-BA9E-DBF6595B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179F6A-BA73-443F-B438-15BDF48C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DDB290-6753-40D6-92E3-D22D04E5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08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111A7-E0EB-4DD1-A815-1E9F13CC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77A1A9-6AFF-4813-87A7-DEE32DB31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08D474-E39E-4844-A8AE-CD61AD3A5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CE9FC3-A840-4B37-82E4-34ADCF612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6052DB-3AB0-49B0-812F-1F96304C6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D0894D-DBB1-47A6-925E-004F2BC0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371E48-4B24-4880-BA2C-286CA12A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21BD55-B29A-4256-B911-74713168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38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BA779-BE0B-4F2D-A290-3EA71713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3C5747-E0E9-49E0-B78A-C3BB491A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699776-5382-402D-B7C7-6E1C47D3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BCE204-1085-48B0-BEE5-FF934FA2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84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EFFA4-088F-4EFC-998B-5305BCAA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04F8DE-FDB4-4249-8FD7-624743A9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1E5709-48FD-4449-88DD-73D27DDF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86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7B8DF-174D-42F9-9C62-DABB7C79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BCAA6-203E-4761-AA68-7DA91A86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6F069C-A427-4990-921D-28D250A3C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AAE19C-BF81-4ABA-9C52-2841CEEB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857A30-DA15-4CC0-83BD-E7D5EC88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E490B4-F1F9-4706-8C56-1FFF3B53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18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25664-9F4B-4A60-9CE3-3F4B4EC4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49FD3D-1201-48DA-B3DD-E08AAE96B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BAEB73-B0BA-4D17-A7AA-D34AD5D55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16B59A-83B0-457C-A501-CAC86A50F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2E634D-E3DF-4F11-8FA6-7C20F9D5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3EC90F-1AC2-460C-A219-58CA8D9E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01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40784-F40A-476B-BEC9-F538B75B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3BBD0D-D599-4615-905E-550A41E07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970E45-514B-475F-AD3A-FC955F37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6009F7-75FF-4FDC-A9DB-FD323E86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7C299-0AB9-440B-A248-4C7828EC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91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8C2240-F847-4B95-B75D-F506328C4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CE036F-EA2F-4D30-975D-9FC2EE79A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863E0A-5DF9-405C-A553-1CECCAB1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4358FA-27ED-497B-ABA4-81440A1E7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7BABB1-B835-468A-9913-11F52EEE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092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DCBDCBB-00F2-45FA-9DFC-DC47C46E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EA5D4-0396-4811-AC92-53C507D19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542EF-D7D9-4611-A4E5-750413CA6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1AF27-7C47-4610-96F8-00DC4AF89D7B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D81648-A26F-4A91-B6C9-A3881DBE9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AE9226-3234-4F80-9F3D-20DBECB7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20BCF-935B-4754-8F74-4DB78C19B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8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8521BC3-09F6-457E-BD43-BE56FEA52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0424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8299407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351238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4752632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6367818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417631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13147204"/>
                    </a:ext>
                  </a:extLst>
                </a:gridCol>
              </a:tblGrid>
              <a:tr h="2286000">
                <a:tc rowSpan="2">
                  <a:txBody>
                    <a:bodyPr/>
                    <a:lstStyle/>
                    <a:p>
                      <a: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Parceiros chave</a:t>
                      </a:r>
                      <a:b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br>
                        <a:rPr lang="pt-BR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pt-BR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Atividades chave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Proposta de valor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Relacionamento com os clientes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Segmentos de clientes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247789"/>
                  </a:ext>
                </a:extLst>
              </a:tr>
              <a:tr h="228600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Recursos principal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Canais de comunicação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087265"/>
                  </a:ext>
                </a:extLst>
              </a:tr>
              <a:tr h="2286000">
                <a:tc gridSpan="3"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Estrutura de custos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Fontes de receitas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61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568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Wesley Samuel Ferreira Rodrigues</dc:creator>
  <cp:lastModifiedBy>Wesley Samuel Ferreira Rodrigues</cp:lastModifiedBy>
  <cp:revision>1</cp:revision>
  <dcterms:created xsi:type="dcterms:W3CDTF">2026-04-23T12:46:26Z</dcterms:created>
  <dcterms:modified xsi:type="dcterms:W3CDTF">2026-04-23T12:46:54Z</dcterms:modified>
</cp:coreProperties>
</file>